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16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78440" y="822960"/>
            <a:ext cx="32004" cy="105156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104120" y="1234440"/>
            <a:ext cx="594360" cy="32004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FD8E4"/>
                </a:solidFill>
                <a:latin typeface="PingFang SC"/>
                <a:ea typeface="PingFang SC"/>
                <a:cs typeface="PingFang SC"/>
              </a:rPr>
              <a:t>上午崇拜讲章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劳苦担重担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310128"/>
            <a:ext cx="1005840" cy="4572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E9DEC4"/>
                </a:solidFill>
                <a:latin typeface="PingFang SC"/>
                <a:ea typeface="PingFang SC"/>
                <a:cs typeface="PingFang SC"/>
              </a:rPr>
              <a:t>—— 当你真的累了，耶稣在哪里？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FD8E4"/>
                </a:solidFill>
                <a:latin typeface="PingFang SC"/>
                <a:ea typeface="PingFang SC"/>
                <a:cs typeface="PingFang SC"/>
              </a:rPr>
              <a:t>马太福音 11:28-30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FD8E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8580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0" b="1" i="0">
                <a:solidFill>
                  <a:srgbClr val="C09A3E"/>
                </a:solidFill>
                <a:latin typeface="PingFang SC"/>
                <a:ea typeface="PingFang SC"/>
                <a:cs typeface="PingFang SC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965960"/>
            <a:ext cx="10058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凡劳苦担重担的人，可以到我这里来，我就使你们得安息。
我心里柔和谦卑，你们当负我的轭，学我的样式；
这样，你们心里就必得享安息。
因为我的轭是容易的，我的担子是轻省的。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—— 马太福音 11:28-30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讲道大纲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今天，我们一起走这条路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75103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你累吗？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0253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耶稣看见你的累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9464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57860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我们为什么会这么累？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06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三副担子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72968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182111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耶稣说：“到我这里来”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954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不是逃避，不是方法，是关系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7647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785615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负我的轭：换一种背法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81304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从背自己的担子，到与主同背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79976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389120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三个要放下的担子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1655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过去 · 明天 · 对未来的控制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992624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在东京，学会安息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02005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重新找到生活的中心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86983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596127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安息的起点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62355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把“我”放下来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第一部分 · 引言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你累吗？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身体的累，睡一觉就好；心里的累，睡多久都缓不过来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有些事说不出口——不是不想说，是不知道跟谁说，慢慢都放在心里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白天在人前笑，说“还不错”“挺好的”；晚上一个人问：“怎么办？”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有时候连祷告都只剩一句：“主啊，你知道。”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34924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09A3E"/>
                </a:solidFill>
                <a:latin typeface="PingFang SC"/>
                <a:ea typeface="PingFang SC"/>
                <a:cs typeface="PingFang SC"/>
              </a:rPr>
              <a:t>耶稣说：</a:t>
            </a:r>
            <a:r>
              <a:rPr sz="18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“凡劳苦担重担的人，可以到我这里来，我就使你们得安息。”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第二部分 · 为什么累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我们为什么会这么累？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最难扛的，不是事情本身，而是不知道什么时候是个头。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14600"/>
            <a:ext cx="3401568" cy="32004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514600"/>
            <a:ext cx="82296" cy="32004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770632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35584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生活的压力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93192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语言、工作、收入、住房、孩子、学校……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样样都要自己面对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越来越会过日子，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却越来越不会休息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98264" y="2514600"/>
            <a:ext cx="3401568" cy="32004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98264" y="2514600"/>
            <a:ext cx="82296" cy="32004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2770632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35584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别人的眼光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393192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在乎别人怎么看：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我成功吗？我属灵吗？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教会里也戴面具，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嘴上“感谢主”，心里在哭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73568" y="2514600"/>
            <a:ext cx="3401568" cy="32004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73568" y="2514600"/>
            <a:ext cx="82296" cy="32004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770632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35584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对自己的失望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931920"/>
            <a:ext cx="28346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“我怎么这么没用？”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“怎么总也改不了？”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慢慢变成一句话：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“你不够好”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第二部分 · 担子之一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生活的压力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在日本，语言、工作、收入、住房、交通、孩子、学校、人际关系——样样自己面对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刚来的时候想“没关系，努力就好”，一年、两年、五年、十年过去……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越来越会过日子，却越来越不会休息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总在等一个“以后”：等这个问题解决了，我就轻松了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可问题解决了一个，下一个马上补位；人却已经习惯了背担子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第二部分 · 担子之二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别人的眼光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我们很在乎：我算不算成功？算不算属灵？我的家庭、孩子、工作怎么样？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怕被人发现：原来你也会软弱、也会怀疑、也会害怕、也会失败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在神面前，你不用装——祂本来就知道你是谁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不用跟主说“我很好”，祂知道你不好；不用装“我很刚强”，祂知道你软弱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最宝贵的是：祂知道你有问题，祂仍然爱你。这就是福音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第二部分 · 担子之三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对自己的失望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不是被别人压垮的，是被自己压垮的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“我怎么这么没用？”“怎么总也改不了？”“信主这么多年，为什么还是这样？”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这些声音慢慢汇成一句：“你不够好。”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拿自己和别人比：看别人服事好、家庭好、孩子好，回头问：为什么我不是这样？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比较是安息的仇敌——永远有人比你强。价值若建立在比较上，永远得不到安息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第三部分 · 耶稣怎么说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“到我这里来”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这句话里最重要的一个字，是“来”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耶稣没有说“你自己想办法”，祂说“到我这里来”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来，不是逃避：继续走，但不再一个人背；我做我该做的，神做祂要做的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来，不是方法，是关系：安息不是技巧，而是回到一个人面前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你哭，祂与你同哭；你失败，祂仍然爱你；你跌倒，祂扶你起来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第四部分 · 负我的轭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换一种背法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“得安息”与“负我的轭”不是矛盾：不是没有担子，而是换个背法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从背自己的担子，变成和耶稣一起背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问题不是“我有没有担子”，而是“我背的是谁的担子”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很多时候我们背的是自己的荣耀——“证明自己”：服事求肯定，工作求证明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耶稣不用证明自己：祂知道自己是谁，知道自己属于父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第五部分 · 放下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三个要放下的担子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286000"/>
            <a:ext cx="3401568" cy="356616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82296" cy="356616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542032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2724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放下过去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703320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过去的失败、错误、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失去的人、错过的机会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该悔改的悔改，该道歉的道歉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但交给神的事，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别每天又拿回来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8264" y="2286000"/>
            <a:ext cx="3401568" cy="356616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2286000"/>
            <a:ext cx="82296" cy="356616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542032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12724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放下明天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703320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别把明天的担子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提前背到今天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昨天 + 今天 + 明天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= 背不动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今天的恩典，够今天用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2286000"/>
            <a:ext cx="3401568" cy="356616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2286000"/>
            <a:ext cx="82296" cy="356616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2542032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312724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放下对未来的控制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703320"/>
            <a:ext cx="2834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“主啊，我愿意接受你的带领，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即使它和我的计划不一样。”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不是“祝福我的计划”，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而是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“让我的计划进入你的旨意”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第六部分 · 安息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在东京，学会安息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6070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我们都很努力——但别为了明天的生活，把今天的生命耗尽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不要等身体垮了，才知道健康重要；等孩子长大了，才发现错过了他的成长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人可以什么都有：工作、收入、房子、家庭、孩子，里面却仍没有平安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外面的东西，解决不了里面的问题——所以耶稣说：到我这里来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真正的安息，是重新找到生活的中心：知道你为什么而活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当生命的中心回到神那里，环境可能没变，但你的心变了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第七部分 · 安息的起点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把“我”放下来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60704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心里有一个很大的“我”：“我要成功”“我要别人喜欢我”“我要按我的计划来”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“我要孩子按我的期待长大”“我要神按我的时间表回应我”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9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·  </a:t>
            </a:r>
            <a:r>
              <a:rPr sz="19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这个“我”越来越大，心就越来越累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4572000"/>
            <a:ext cx="9235440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4864608"/>
            <a:ext cx="8686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“主啊，不再是我的意思，愿你的旨意成就。”</a:t>
            </a:r>
            <a:r>
              <a:rPr sz="1600" b="0" i="0">
                <a:solidFill>
                  <a:srgbClr val="C09A3E"/>
                </a:solidFill>
                <a:latin typeface="PingFang SC"/>
                <a:ea typeface="PingFang SC"/>
                <a:cs typeface="PingFang SC"/>
              </a:rPr>
              <a:t>　—— 安息，就开始了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16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FD8E4"/>
                </a:solidFill>
                <a:latin typeface="PingFang SC"/>
                <a:ea typeface="PingFang SC"/>
                <a:cs typeface="PingFang SC"/>
              </a:rPr>
              <a:t>金句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风浪还在，耶稣在船上。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3246120"/>
            <a:ext cx="1920240" cy="4572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E9DEC4"/>
                </a:solidFill>
                <a:latin typeface="PingFang SC"/>
                <a:ea typeface="PingFang SC"/>
                <a:cs typeface="PingFang SC"/>
              </a:rPr>
              <a:t>真正的安息，不是环境没有风浪，而是风浪中有主同行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FD8E4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安静默想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今天，你需要放下什么？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3401568" cy="36576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48840"/>
            <a:ext cx="82296" cy="36576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404872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99008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我现在背着什么担子？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56616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家庭、工作、孩子、经济、未来……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还是一段关系、过去的失败、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别人的眼光、对自己的失望？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把它说出来，告诉主：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“主啊，这就是我的担子。”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98264" y="2148840"/>
            <a:ext cx="3401568" cy="36576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8264" y="2148840"/>
            <a:ext cx="82296" cy="36576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404872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99008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我是否在控制不属于我的事？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56616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你不能控制别人、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不能控制未来、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不能控制所有结果。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你能做的，是忠心做好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今天神交给你的事；剩下的，交给神。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2148840"/>
            <a:ext cx="3401568" cy="3657600"/>
          </a:xfrm>
          <a:prstGeom prst="rect">
            <a:avLst/>
          </a:prstGeom>
          <a:solidFill>
            <a:srgbClr val="E8E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2148840"/>
            <a:ext cx="82296" cy="36576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2404872"/>
            <a:ext cx="285292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990088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我愿不愿意回到耶稣面前？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3566160"/>
            <a:ext cx="2834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不是回到一个宗教活动，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而是来到耶稣面前：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“主啊，我真的累了，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我不再装了。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今天，我愿意把自己交给你。”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16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09A3E"/>
                </a:solidFill>
                <a:latin typeface="PingFang SC"/>
                <a:ea typeface="PingFang SC"/>
                <a:cs typeface="PingFang SC"/>
              </a:rPr>
              <a:t>最后的呼召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如果你累了，就来；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哭了，就来；害怕了，就来；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不知道怎么办，就来。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4160520"/>
            <a:ext cx="1920240" cy="4572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E9DEC4"/>
                </a:solidFill>
                <a:latin typeface="PingFang SC"/>
                <a:ea typeface="PingFang SC"/>
                <a:cs typeface="PingFang SC"/>
              </a:rPr>
              <a:t>“孩子，到我这里来。”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FD8E4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502920"/>
            <a:ext cx="128016" cy="45720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754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结束祷告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144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亲爱的天父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627632"/>
            <a:ext cx="822960" cy="41148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9966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F3A5F"/>
                </a:solidFill>
                <a:latin typeface="PingFang SC"/>
                <a:ea typeface="PingFang SC"/>
                <a:cs typeface="PingFang SC"/>
              </a:rPr>
              <a:t>愿你使劳苦的人得安息，使忧伤的人得安慰，使软弱的人得力量，
使迷失的人重新找到方向，使灰心的人重新看见盼望。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3977639"/>
            <a:ext cx="1920240" cy="45720"/>
          </a:xfrm>
          <a:prstGeom prst="rect">
            <a:avLst/>
          </a:prstGeom>
          <a:solidFill>
            <a:srgbClr val="C0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B2B2B"/>
                </a:solidFill>
                <a:latin typeface="PingFang SC"/>
                <a:ea typeface="PingFang SC"/>
                <a:cs typeface="PingFang SC"/>
              </a:rPr>
              <a:t>愿我们今天离开这里，不是因为所有问题都解决了，而是因为我们知道：</a:t>
            </a:r>
            <a:r>
              <a:rPr sz="2000" b="1" i="0">
                <a:solidFill>
                  <a:srgbClr val="9A7B2E"/>
                </a:solidFill>
                <a:latin typeface="PingFang SC"/>
                <a:ea typeface="PingFang SC"/>
                <a:cs typeface="PingFang SC"/>
              </a:rPr>
              <a:t>耶稣与我们同行。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206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奉主耶稣基督得胜的名。阿们。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AAAA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